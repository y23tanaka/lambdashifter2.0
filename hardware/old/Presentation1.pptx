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00"/>
    <a:srgbClr val="FF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B0BB-E7A8-3F6D-304A-F064A2C37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0ECC1-F397-DDD1-CA43-FD4C2C19C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C00FD-2BF6-2F30-26AB-07C57C65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5FA3F-6E93-A369-3318-C5F2D5AA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EABE6-7D73-0B67-636F-81F428BB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79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346F-DD3F-351F-5D06-3F7A57C2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3F6BF-45B8-968C-CD2F-8D6C2D5F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A04DA-CCA4-82C9-8E9C-6E62F111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29CC4-E70C-C3B8-D675-EFEE2AB2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83409-790C-6C38-3EA2-0DF7E391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85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F64D-08E6-0237-C392-3CC91A45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8DB5F-10A6-66D9-7998-C1E257B1B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E6A91-381E-2D6F-1DBD-98849F49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3C475-B4D9-3977-996A-CAC206FF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B90A2-EBFF-6824-5680-EEACAD26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87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A70FE-2640-013C-9BB6-676DEA25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AC194-6BD5-563A-A034-6AA8B2650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CE055-32C0-0D70-7032-FB83344D4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A4794-8CB5-06FF-548A-F87DB52C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D630B-AACD-CA66-BF19-D9A50E80F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06180-9C3C-AA87-65C2-F58D2780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37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4B93-19C7-B44A-8491-64E1F148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B2FCC-889A-4ABD-7B53-9C9260ACB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9A24F-A36C-3BB4-2D5D-E1E21F24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C19CA-AF04-9FF7-AE64-35A3C4816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B6D08-7F14-4095-DF6B-7AC19D558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6D088-0BFD-F891-4704-C82A5A34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48119-BB60-94D8-F566-1D1D3FC2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CCE60-33BA-7584-5990-698396F2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111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9232-22FD-26D7-F845-80F23A79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D9B7B-0D69-7F3A-5C8C-CC426F62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33A0B-800E-70A1-313E-5565CCDC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1B51F-2ACB-0B06-E9B6-E342384F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97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05B27-658D-F87E-4889-8F4510E6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AF68B-3940-2E9A-E139-178CBDC3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1FB4A-C664-166B-2AC5-77F5C99E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24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5F25-4BEA-3759-B3E8-29C9BE09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C4D8-24ED-B030-C6A0-233A3EDC1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A6053-96F5-C0F1-B66D-9E20D3337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146E9-C7C7-DD66-6608-C9761861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C916A-B030-480C-EECB-57C7AF04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FEAE2-6A24-FD4F-B460-48A4E781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34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8D8D9-7A03-1824-DD70-142B33AE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84BF1-618C-B470-720F-817FF5A42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16181-2C14-A616-FD38-E951F2DD9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84E6E-0FDF-F53E-A1E1-D8D029BE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D3D30-F656-07FF-A309-B42C2134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C7310-E9CF-32D8-A20A-C6CFA95F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92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6979-9BF1-3C68-8D6E-D10D05D1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50015-C8A9-872D-0C5A-F1607C90E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B044A-0198-99B9-68A6-DA68F579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9B7C6-A461-7A65-2911-22FBFF3A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E7853-A401-4A4E-BFCC-CB0686BC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14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8687E-742B-649B-D1FB-AB70EDA46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E4E59-AA14-AE68-D952-369C244F0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42472-897C-7642-DACF-3DD6F26C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01FE4-AA08-E62D-117F-232E387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5862-910B-0213-2272-053968B0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823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06288-6A3C-1866-7A87-672004D4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B6A93-792D-453B-A172-9D67DF4C7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E556C-F752-7CA2-0E5D-B350009C8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0E357-D06F-4D69-A623-7A02D783F058}" type="datetimeFigureOut">
              <a:rPr kumimoji="1" lang="ja-JP" altLang="en-US" smtClean="0"/>
              <a:t>2022/9/7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48C60-EBF2-F23E-FB9D-040B195AC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5044F-BD23-8BE1-C8AD-D28902F3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356D6-15F9-4C95-8D47-6EC9E446AA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615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E063E3-403A-7CFC-3C58-88648C74BCAB}"/>
              </a:ext>
            </a:extLst>
          </p:cNvPr>
          <p:cNvSpPr txBox="1"/>
          <p:nvPr/>
        </p:nvSpPr>
        <p:spPr>
          <a:xfrm>
            <a:off x="2533133" y="914401"/>
            <a:ext cx="92428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800" dirty="0">
                <a:solidFill>
                  <a:srgbClr val="FF9A00"/>
                </a:solidFill>
                <a:latin typeface="Impact" panose="020B0806030902050204" pitchFamily="34" charset="0"/>
              </a:rPr>
              <a:t>Software</a:t>
            </a:r>
            <a:r>
              <a:rPr kumimoji="1" lang="ja-JP" altLang="en-US" sz="8800" dirty="0">
                <a:solidFill>
                  <a:srgbClr val="FF9A00"/>
                </a:solidFill>
                <a:latin typeface="Impact" panose="020B0806030902050204" pitchFamily="34" charset="0"/>
              </a:rPr>
              <a:t> </a:t>
            </a:r>
            <a:r>
              <a:rPr kumimoji="1" lang="en-US" altLang="ja-JP" sz="8800" dirty="0">
                <a:solidFill>
                  <a:srgbClr val="FF9A00"/>
                </a:solidFill>
                <a:latin typeface="Impact" panose="020B0806030902050204" pitchFamily="34" charset="0"/>
              </a:rPr>
              <a:t>Uploader</a:t>
            </a:r>
            <a:endParaRPr kumimoji="1" lang="ja-JP" altLang="en-US" sz="8800" dirty="0">
              <a:solidFill>
                <a:srgbClr val="FF9A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4397D2D4-E632-63B8-F243-A03699A828D7}"/>
              </a:ext>
            </a:extLst>
          </p:cNvPr>
          <p:cNvSpPr/>
          <p:nvPr/>
        </p:nvSpPr>
        <p:spPr>
          <a:xfrm>
            <a:off x="1487756" y="1134292"/>
            <a:ext cx="1005840" cy="1005840"/>
          </a:xfrm>
          <a:prstGeom prst="arc">
            <a:avLst>
              <a:gd name="adj1" fmla="val 10645637"/>
              <a:gd name="adj2" fmla="val 19505"/>
            </a:avLst>
          </a:prstGeom>
          <a:ln w="127000">
            <a:solidFill>
              <a:srgbClr val="FFDE00"/>
            </a:solidFill>
            <a:headEnd type="triangle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7F255B24-C04C-CE90-6AFF-FA1ED0017A5C}"/>
              </a:ext>
            </a:extLst>
          </p:cNvPr>
          <p:cNvSpPr/>
          <p:nvPr/>
        </p:nvSpPr>
        <p:spPr>
          <a:xfrm rot="10800000">
            <a:off x="1507525" y="1121934"/>
            <a:ext cx="1005840" cy="1005840"/>
          </a:xfrm>
          <a:prstGeom prst="arc">
            <a:avLst>
              <a:gd name="adj1" fmla="val 10645637"/>
              <a:gd name="adj2" fmla="val 19505"/>
            </a:avLst>
          </a:prstGeom>
          <a:ln w="127000">
            <a:solidFill>
              <a:srgbClr val="FFDE00"/>
            </a:solidFill>
            <a:headEnd type="triangle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091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Impact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</cp:revision>
  <dcterms:created xsi:type="dcterms:W3CDTF">2022-09-07T07:46:45Z</dcterms:created>
  <dcterms:modified xsi:type="dcterms:W3CDTF">2022-09-07T08:05:55Z</dcterms:modified>
</cp:coreProperties>
</file>